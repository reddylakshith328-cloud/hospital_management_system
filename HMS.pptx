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04016-BF16-4E9A-9A9A-82702A16DE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A5C4-473A-4D6D-A9BE-2EAA063F5A2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367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04016-BF16-4E9A-9A9A-82702A16DE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A5C4-473A-4D6D-A9BE-2EAA063F5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49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04016-BF16-4E9A-9A9A-82702A16DE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A5C4-473A-4D6D-A9BE-2EAA063F5A2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9213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04016-BF16-4E9A-9A9A-82702A16DE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A5C4-473A-4D6D-A9BE-2EAA063F5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515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04016-BF16-4E9A-9A9A-82702A16DE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A5C4-473A-4D6D-A9BE-2EAA063F5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265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04016-BF16-4E9A-9A9A-82702A16DE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A5C4-473A-4D6D-A9BE-2EAA063F5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796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04016-BF16-4E9A-9A9A-82702A16DE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A5C4-473A-4D6D-A9BE-2EAA063F5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459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3604016-BF16-4E9A-9A9A-82702A16DE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AFA5C4-473A-4D6D-A9BE-2EAA063F5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226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04016-BF16-4E9A-9A9A-82702A16DE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A5C4-473A-4D6D-A9BE-2EAA063F5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283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04016-BF16-4E9A-9A9A-82702A16DE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A5C4-473A-4D6D-A9BE-2EAA063F5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160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04016-BF16-4E9A-9A9A-82702A16DE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A5C4-473A-4D6D-A9BE-2EAA063F5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543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3604016-BF16-4E9A-9A9A-82702A16DE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BAFA5C4-473A-4D6D-A9BE-2EAA063F5A26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DD69D4F1-E001-4C08-75AE-36AE9F9B715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12916"/>
            <a:ext cx="2029980" cy="202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270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95D77-4BD6-8979-A0C6-B7735C4AF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55173"/>
            <a:ext cx="9144000" cy="1032388"/>
          </a:xfrm>
        </p:spPr>
        <p:txBody>
          <a:bodyPr>
            <a:noAutofit/>
          </a:bodyPr>
          <a:lstStyle/>
          <a:p>
            <a:r>
              <a:rPr lang="en-US" sz="4400" dirty="0">
                <a:latin typeface="Algerian" panose="04020705040A02060702" pitchFamily="82" charset="0"/>
              </a:rPr>
              <a:t>HOSPITAL MANAGEMENT SYSTEM</a:t>
            </a:r>
            <a:endParaRPr lang="en-IN" sz="4400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C9316F-FF7A-6512-F649-255FC15C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867588"/>
          </a:xfrm>
        </p:spPr>
        <p:txBody>
          <a:bodyPr/>
          <a:lstStyle/>
          <a:p>
            <a:r>
              <a:rPr lang="en-US" sz="3600" u="sng" dirty="0"/>
              <a:t>GROUP MEMBERS</a:t>
            </a:r>
          </a:p>
          <a:p>
            <a:pPr algn="l"/>
            <a:endParaRPr lang="en-US" u="sng" dirty="0"/>
          </a:p>
          <a:p>
            <a:pPr algn="l"/>
            <a:r>
              <a:rPr lang="en-US" dirty="0"/>
              <a:t>               AKSHAY CHANDRA          -               2510080055</a:t>
            </a:r>
          </a:p>
          <a:p>
            <a:pPr algn="l"/>
            <a:r>
              <a:rPr lang="en-US" dirty="0"/>
              <a:t>                      LAKSHITH                -               2510030332</a:t>
            </a:r>
          </a:p>
          <a:p>
            <a:pPr algn="l"/>
            <a:r>
              <a:rPr lang="en-US" dirty="0"/>
              <a:t>         CHETAN CHOUDARY              -              2510030334</a:t>
            </a:r>
          </a:p>
          <a:p>
            <a:pPr algn="l"/>
            <a:endParaRPr lang="en-US" sz="2800" u="sng" dirty="0"/>
          </a:p>
          <a:p>
            <a:endParaRPr lang="en-US" sz="3600" u="sng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6548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B6295-733C-FB38-06DA-C6664CACE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79887-4889-BD9A-4A6F-B446FE183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684"/>
            <a:ext cx="10515600" cy="5491316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US" sz="2400" dirty="0"/>
              <a:t>The </a:t>
            </a:r>
            <a:r>
              <a:rPr lang="en-US" sz="2400" b="1" dirty="0"/>
              <a:t>Hospital Management System</a:t>
            </a:r>
            <a:r>
              <a:rPr lang="en-US" sz="2400" dirty="0"/>
              <a:t> is an application designed to manage hospital operations efficiently. </a:t>
            </a:r>
          </a:p>
          <a:p>
            <a:r>
              <a:rPr lang="en-US" sz="2400" dirty="0"/>
              <a:t>It helps in handling </a:t>
            </a:r>
            <a:r>
              <a:rPr lang="en-US" sz="2400" b="1" dirty="0"/>
              <a:t>patients, doctors, appointments, and medical records</a:t>
            </a:r>
            <a:r>
              <a:rPr lang="en-US" sz="2400" dirty="0"/>
              <a:t> in an organized way. </a:t>
            </a:r>
          </a:p>
          <a:p>
            <a:r>
              <a:rPr lang="en-US" sz="2400" dirty="0"/>
              <a:t>The system reduces manual work and improves </a:t>
            </a:r>
            <a:r>
              <a:rPr lang="en-US" sz="2400" b="1" dirty="0"/>
              <a:t>accuracy and speed</a:t>
            </a:r>
            <a:r>
              <a:rPr lang="en-US" sz="2400" dirty="0"/>
              <a:t> of operations. </a:t>
            </a:r>
          </a:p>
          <a:p>
            <a:endParaRPr lang="en-US" sz="2400" dirty="0"/>
          </a:p>
          <a:p>
            <a:r>
              <a:rPr lang="en-US" b="1" dirty="0"/>
              <a:t>Key Objectives:</a:t>
            </a:r>
            <a:endParaRPr lang="en-US" dirty="0"/>
          </a:p>
          <a:p>
            <a:r>
              <a:rPr lang="en-US" dirty="0"/>
              <a:t>Digitize hospital data management </a:t>
            </a:r>
          </a:p>
          <a:p>
            <a:r>
              <a:rPr lang="en-US" dirty="0"/>
              <a:t>Reduce paperwork </a:t>
            </a:r>
          </a:p>
          <a:p>
            <a:r>
              <a:rPr lang="en-US" dirty="0"/>
              <a:t>Improve patient handling and tracking 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1669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1831B-CB2E-5A45-7ED2-88E9A70FB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THE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C0120-0682-DA2B-5D4B-6E5981CA5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81" y="1494504"/>
            <a:ext cx="10872019" cy="536349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 </a:t>
            </a:r>
            <a:r>
              <a:rPr lang="en-IN" b="1" dirty="0"/>
              <a:t>Doctor Information Display</a:t>
            </a:r>
            <a:br>
              <a:rPr lang="en-IN" dirty="0"/>
            </a:br>
            <a:r>
              <a:rPr lang="en-IN" dirty="0"/>
              <a:t>View list of doctors from stored records </a:t>
            </a:r>
          </a:p>
          <a:p>
            <a:r>
              <a:rPr lang="en-IN" dirty="0"/>
              <a:t> </a:t>
            </a:r>
            <a:r>
              <a:rPr lang="en-IN" b="1" dirty="0"/>
              <a:t>Patient Management</a:t>
            </a:r>
            <a:br>
              <a:rPr lang="en-IN" dirty="0"/>
            </a:br>
            <a:r>
              <a:rPr lang="en-IN" dirty="0"/>
              <a:t>Display patient details like ID, name, and disease </a:t>
            </a:r>
          </a:p>
          <a:p>
            <a:r>
              <a:rPr lang="en-IN" dirty="0"/>
              <a:t> </a:t>
            </a:r>
            <a:r>
              <a:rPr lang="en-IN" b="1" dirty="0"/>
              <a:t>Search Patient</a:t>
            </a:r>
            <a:br>
              <a:rPr lang="en-IN" dirty="0"/>
            </a:br>
            <a:r>
              <a:rPr lang="en-IN" dirty="0"/>
              <a:t>Search patient using unique ID </a:t>
            </a:r>
          </a:p>
          <a:p>
            <a:r>
              <a:rPr lang="en-IN" dirty="0"/>
              <a:t> </a:t>
            </a:r>
            <a:r>
              <a:rPr lang="en-IN" b="1" dirty="0"/>
              <a:t>Appointment Slots</a:t>
            </a:r>
            <a:br>
              <a:rPr lang="en-IN" dirty="0"/>
            </a:br>
            <a:r>
              <a:rPr lang="en-IN" dirty="0"/>
              <a:t>Predefined time slots for scheduling visits </a:t>
            </a:r>
          </a:p>
          <a:p>
            <a:r>
              <a:rPr lang="en-IN" dirty="0"/>
              <a:t> </a:t>
            </a:r>
            <a:r>
              <a:rPr lang="en-IN" b="1" dirty="0"/>
              <a:t>Medicines Information</a:t>
            </a:r>
            <a:br>
              <a:rPr lang="en-IN" dirty="0"/>
            </a:br>
            <a:r>
              <a:rPr lang="en-IN" dirty="0"/>
              <a:t>Display available medicines from file </a:t>
            </a:r>
          </a:p>
          <a:p>
            <a:r>
              <a:rPr lang="en-IN" dirty="0"/>
              <a:t> </a:t>
            </a:r>
            <a:r>
              <a:rPr lang="en-IN" b="1" dirty="0"/>
              <a:t>Sorting of Patient IDs</a:t>
            </a:r>
            <a:br>
              <a:rPr lang="en-IN" dirty="0"/>
            </a:br>
            <a:r>
              <a:rPr lang="en-IN" dirty="0"/>
              <a:t>Arrange patient records in ascending order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682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B4CC0-1EF7-994C-4B52-A024FEFC2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 USED IN THE PROJECT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1D73F0-CB76-D170-5981-38C9D331EC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92916"/>
            <a:ext cx="7388561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 Programming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Handling (for doctors &amp; medicines)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Structures: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Linked List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Stack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359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3A46F-EACB-0111-40B5-EBC3DD16A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OF OUR SYSTEM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90F92E6-6C29-9F4D-2B6E-B37A7CCA35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70750" y="1737360"/>
            <a:ext cx="5791200" cy="451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1834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23A27-E73C-26AF-F36A-57FD07876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 DOCTORS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7AE7D-295F-9B03-C0D0-CABDB9402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JAVA CODE                                                                            OUTPUT</a:t>
            </a:r>
          </a:p>
          <a:p>
            <a:endParaRPr lang="en-US" dirty="0"/>
          </a:p>
          <a:p>
            <a:r>
              <a:rPr lang="en-IN" dirty="0" err="1"/>
              <a:t>rr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68F03A-7D02-62FE-74BF-6092F9AB3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50418"/>
            <a:ext cx="4638368" cy="41370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CB30BD-5174-3887-BC8E-EE4B165394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1732" y="3200937"/>
            <a:ext cx="6020640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585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FEABA-2E91-6B14-01B0-3991E72C5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 PATIENTS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CEEDC-D115-0D77-BCFF-E2C8D9178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058" y="1609314"/>
            <a:ext cx="10515600" cy="5248685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JAVA CODE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OUTPUT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57605A-8ABF-8E23-11E5-0DEE0C531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032" y="2628788"/>
            <a:ext cx="6870290" cy="15990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B1B44F-99EF-80D2-3886-554061FF18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694" y="4989928"/>
            <a:ext cx="4305901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654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1D0DD-8FF7-1E7E-C17B-B14F34102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 PATIENT VISIT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EC457-2EF7-0FDD-2DE5-A2769C58C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JAVA CODE                                                                                                                   OUTPUT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D88433-D68A-258E-808F-6339307C7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57" y="2383758"/>
            <a:ext cx="4535808" cy="39144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980F5F-BE2B-C14F-2EB5-C7F17BBBA7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713" y="3275925"/>
            <a:ext cx="3364144" cy="110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160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AD0A5-B12D-3CD8-1D92-61383CF89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PATIENT VISIT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CB707-7D6B-EA78-305F-89A2121A4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110" y="1825624"/>
            <a:ext cx="11206066" cy="5116351"/>
          </a:xfrm>
        </p:spPr>
        <p:txBody>
          <a:bodyPr/>
          <a:lstStyle/>
          <a:p>
            <a:r>
              <a:rPr lang="en-US" dirty="0"/>
              <a:t>JAVA CODE                                                                                                                         OUTPUT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BF9F00-3EC2-B3CC-FC5D-6545DAE04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43" y="2248679"/>
            <a:ext cx="5172797" cy="40681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C65DEE-4323-6901-F9F2-1641655670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7559" y="3219061"/>
            <a:ext cx="3546698" cy="141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488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82E96-B72D-8803-B09F-65961A2C6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 PATIENT VISIT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AD902-B6BE-AAF9-E76C-690FBC0EB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9779"/>
          </a:xfrm>
        </p:spPr>
        <p:txBody>
          <a:bodyPr/>
          <a:lstStyle/>
          <a:p>
            <a:r>
              <a:rPr lang="en-US" dirty="0"/>
              <a:t>JAVA CODE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OUTPUT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E6802B-528A-1B0D-FF10-42C819FFCD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21336"/>
            <a:ext cx="5906324" cy="17748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0AE752-CF1D-C140-CA1A-85CC7E91CE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7466" y="4827103"/>
            <a:ext cx="5906324" cy="134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336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66631-B819-9657-3C43-F755A7BAC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PATIENTS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94323-2F57-3EAC-41D8-646DD2371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JAVA CODE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OUTPUT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70767E-8C82-9476-9F4A-56D261362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53114"/>
            <a:ext cx="8044543" cy="2078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751522-9389-8041-C557-48A98AAD1C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010" y="5323425"/>
            <a:ext cx="3352709" cy="100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60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A12E-D705-749E-6322-F4C2A1FC3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 PATIENTS BY ID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2B958-A61D-2162-3137-C967378EA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524861" cy="4351338"/>
          </a:xfrm>
        </p:spPr>
        <p:txBody>
          <a:bodyPr/>
          <a:lstStyle/>
          <a:p>
            <a:r>
              <a:rPr lang="en-US" dirty="0"/>
              <a:t>JAVA CODE                                                                                                                                    OUTPUT                                                                                              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7058C7-6506-3FA0-17D6-5B06E98EF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07" y="2284093"/>
            <a:ext cx="4468205" cy="38119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7F0FB0-DAC9-3897-D7CF-0BBE4292D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494" y="2284091"/>
            <a:ext cx="4591691" cy="38119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4C33F8-B56D-7DE9-B606-92E38BDAC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529" y="3038420"/>
            <a:ext cx="2792283" cy="97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463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A1763-18AC-35F2-C29A-BDA6DD010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 ACTIONS TO BE DONE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9816C-CF49-21B0-30A0-026D3B73E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CODE                                                                                                    OUTPUT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E24141-160A-FFDC-C741-8998E3BF4E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8466" y="2635899"/>
            <a:ext cx="5077534" cy="23326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31A4C2-1946-D431-1553-35615E9F8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832" y="3028894"/>
            <a:ext cx="2686425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376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F184B-B3A5-3D0B-F4D2-A65096116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UNDO THE ACTIONS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14778-5242-D543-4E01-64D514AB6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CODE                                                                                                             OUTPUT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1840B8-8512-847F-3DC3-950526F62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282" y="2739055"/>
            <a:ext cx="5077534" cy="25244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661656-7919-70C0-B5D6-4A9A70FA50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390" y="3095578"/>
            <a:ext cx="2591162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760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3AC1E-9825-E3B1-CEF8-A6EA1C79B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PATIENT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FAE5C-0AD5-C035-6EB4-86320CD8D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CODE                                                                                                             OUTPUT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710201-A0AB-5000-0BA9-C8B1198FD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424" y="2618481"/>
            <a:ext cx="4677428" cy="30579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1088A4-5697-BDF9-67C1-592D903AE2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766" y="2992745"/>
            <a:ext cx="2295845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749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B1816-637E-02CA-B96C-57013AD90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 PATIENT FROM THE QUEUE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7A2DF-25EB-1407-E483-7F193A318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CODE                                                                                                                OUTPUT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7BC2EC-73D6-2CD2-9E46-937EAE63E1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746" y="2681902"/>
            <a:ext cx="5715798" cy="23339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1AE361-DA40-FF64-1C94-27B670C1B5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374" y="3119394"/>
            <a:ext cx="2200582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232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7F800-823A-1E14-4102-FC02CAA7E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 PATIENT QUEUE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3EC47-FBDE-CAE4-6F24-B9A07B515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CODE                                                                                                              OUTPUT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5F45E0-84BE-E6ED-0A95-89C72E9A3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13" y="2705713"/>
            <a:ext cx="4515480" cy="2591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8B7EB4-3AC9-D185-DCDF-A1658A7547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732" y="3071762"/>
            <a:ext cx="2105319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65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422F5-7E93-6B0F-4C9C-A175AA3C7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 MEDICINES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A0101-B718-1D7C-BD3A-6007E1B0C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JAVA CODE                                                                                                                  OUTPUT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23C712-98DA-94AB-0AE4-6F983C1A8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485" y="2319461"/>
            <a:ext cx="4495867" cy="41734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71EBA6-A7CE-267A-0959-EE0794C46A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662" y="2384234"/>
            <a:ext cx="2598235" cy="385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7699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9220A-9201-898B-3086-A0C071AF9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BFA5B-0AF4-6F79-9580-F8C172875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5763"/>
          </a:xfrm>
        </p:spPr>
        <p:txBody>
          <a:bodyPr/>
          <a:lstStyle/>
          <a:p>
            <a:r>
              <a:rPr lang="en-US" dirty="0"/>
              <a:t>Implemented multiple data structures: </a:t>
            </a:r>
          </a:p>
          <a:p>
            <a:pPr lvl="1"/>
            <a:r>
              <a:rPr lang="en-US" dirty="0"/>
              <a:t>Arrays </a:t>
            </a:r>
          </a:p>
          <a:p>
            <a:pPr lvl="1"/>
            <a:r>
              <a:rPr lang="en-US" dirty="0"/>
              <a:t>Linked List </a:t>
            </a:r>
          </a:p>
          <a:p>
            <a:pPr lvl="1"/>
            <a:r>
              <a:rPr lang="en-US" dirty="0"/>
              <a:t>Stack </a:t>
            </a:r>
          </a:p>
          <a:p>
            <a:pPr lvl="1"/>
            <a:r>
              <a:rPr lang="en-US" dirty="0"/>
              <a:t>Queue </a:t>
            </a:r>
          </a:p>
          <a:p>
            <a:r>
              <a:rPr lang="en-US" dirty="0"/>
              <a:t>Demonstrates real-world hospital system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</a:t>
            </a:r>
          </a:p>
          <a:p>
            <a:pPr marL="0" indent="0">
              <a:buNone/>
            </a:pPr>
            <a:r>
              <a:rPr lang="en-US" dirty="0"/>
              <a:t>                              </a:t>
            </a:r>
            <a:r>
              <a:rPr lang="en-US" sz="7200" dirty="0">
                <a:latin typeface="Algerian" panose="04020705040A02060702" pitchFamily="82" charset="0"/>
              </a:rPr>
              <a:t>THANK YOU                 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355220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108</TotalTime>
  <Words>276</Words>
  <Application>Microsoft Office PowerPoint</Application>
  <PresentationFormat>Widescreen</PresentationFormat>
  <Paragraphs>93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Algerian</vt:lpstr>
      <vt:lpstr>Arial</vt:lpstr>
      <vt:lpstr>Calibri</vt:lpstr>
      <vt:lpstr>Calibri Light</vt:lpstr>
      <vt:lpstr>Retrospect</vt:lpstr>
      <vt:lpstr>HOSPITAL MANAGEMENT SYSTEM</vt:lpstr>
      <vt:lpstr>PROJECT OVERVIEW</vt:lpstr>
      <vt:lpstr>FEATURES OF THE SYSTEM</vt:lpstr>
      <vt:lpstr>CONCEPTS USED IN THE PROJECT</vt:lpstr>
      <vt:lpstr>OPERATIONS OF OUR SYSTEM</vt:lpstr>
      <vt:lpstr>DISPLAY DOCTORS </vt:lpstr>
      <vt:lpstr>DISPLAY PATIENTS</vt:lpstr>
      <vt:lpstr>ADD  PATIENT VISIT</vt:lpstr>
      <vt:lpstr>DELETE PATIENT VISIT</vt:lpstr>
      <vt:lpstr>DISPLAY PATIENT VISIT</vt:lpstr>
      <vt:lpstr>SEARCH PATIENTS</vt:lpstr>
      <vt:lpstr>SORT PATIENTS BY ID</vt:lpstr>
      <vt:lpstr>SAVE ACTIONS TO BE DONE</vt:lpstr>
      <vt:lpstr>UNDO THE ACTIONS</vt:lpstr>
      <vt:lpstr>ADD PATIENT </vt:lpstr>
      <vt:lpstr>SERVE PATIENT FROM THE QUEUE</vt:lpstr>
      <vt:lpstr>DISPLAY PATIENT QUEUE</vt:lpstr>
      <vt:lpstr>DISPLAY MEDICINES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2510080055 Akshay Chandra</dc:creator>
  <cp:lastModifiedBy>2510080055 Akshay Chandra</cp:lastModifiedBy>
  <cp:revision>2</cp:revision>
  <dcterms:created xsi:type="dcterms:W3CDTF">2026-03-26T14:46:51Z</dcterms:created>
  <dcterms:modified xsi:type="dcterms:W3CDTF">2026-03-27T07:28:59Z</dcterms:modified>
</cp:coreProperties>
</file>